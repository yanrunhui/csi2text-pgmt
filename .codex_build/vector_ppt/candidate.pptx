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0a99b32dab4c79" /><Relationship Type="http://schemas.openxmlformats.org/officeDocument/2006/relationships/extended-properties" Target="/docProps/app.xml" Id="R5a4a1cd170894a8f" /><Relationship Type="http://schemas.openxmlformats.org/officeDocument/2006/relationships/officeDocument" Target="/ppt/presentation.xml" Id="Ra4d56da7a3a347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6d9a59b80d4872"/>
  </p:sldMasterIdLst>
  <p:notesMasterIdLst>
    <p:notesMasterId xmlns:r="http://schemas.openxmlformats.org/officeDocument/2006/relationships" r:id="Rd86b0697c8114993"/>
  </p:notesMasterIdLst>
  <p:sldIdLst>
    <p:sldId xmlns:r="http://schemas.openxmlformats.org/officeDocument/2006/relationships" id="256" r:id="Rb2c05c1a83dc4bb8"/>
  </p:sldIdLst>
  <p:sldSz cx="12192000" cy="76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dec9adcddd46ad" /><Relationship Type="http://schemas.openxmlformats.org/officeDocument/2006/relationships/slideMaster" Target="/ppt/slideMasters/slideMaster1.xml" Id="R086d9a59b80d4872" /><Relationship Type="http://schemas.openxmlformats.org/officeDocument/2006/relationships/notesMaster" Target="/ppt/notesMasters/notesMaster1.xml" Id="Rd86b0697c8114993" /><Relationship Type="http://schemas.openxmlformats.org/officeDocument/2006/relationships/presProps" Target="/ppt/presProps.xml" Id="R62b41a2d0e0e4a92" /><Relationship Type="http://schemas.openxmlformats.org/officeDocument/2006/relationships/tableStyles" Target="/ppt/tableStyles.xml" Id="Rff5c9bd6bad642e2" /><Relationship Type="http://schemas.openxmlformats.org/officeDocument/2006/relationships/slide" Target="/ppt/slides/slide1.xml" Id="Rb2c05c1a83dc4b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0a079c84e44c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db56a6381401a" /><Relationship Type="http://schemas.openxmlformats.org/officeDocument/2006/relationships/notesMaster" Target="/ppt/notesMasters/notesMaster1.xml" Id="Refe8f4dd90e940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95900b2684b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ad342200594b07" /><Relationship Type="http://schemas.openxmlformats.org/officeDocument/2006/relationships/slideLayout" Target="/ppt/slideLayouts/slideLayout1.xml" Id="Ra06609fd0dc44c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609fd0dc44c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b579aa09e4648" /><Relationship Type="http://schemas.openxmlformats.org/officeDocument/2006/relationships/image" Target="/ppt/media/image.png" Id="R55783e147c9b43ec" /><Relationship Type="http://schemas.openxmlformats.org/officeDocument/2006/relationships/image" Target="/ppt/media/image.svg" Id="Rf854f28b10f045ed" /><Relationship Type="http://schemas.openxmlformats.org/officeDocument/2006/relationships/notesSlide" Target="/ppt/notesSlides/notesSlide1.xml" Id="R51e953ca4dff48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83e147c9b43ec">
            <a:extLst>
              <a:ext uri="{96DAC541-7B7A-43D3-8B79-37D633B846F1}">
                <asvg:svgBlip xmlns:asvg="http://schemas.microsoft.com/office/drawing/2016/SVG/main" r:embed="Rf854f28b10f045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762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20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2026-09-29T06:50:24.5960000Z</dcterms:created>
  <dcterms:modified xsi:type="dcterms:W3CDTF">2026-09-29T06:50:24.5960000Z</dcterms:modified>
</coreProperties>
</file>